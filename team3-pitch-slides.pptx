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Engine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Proposal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3017520"/>
            <a:ext cx="21945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546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Sub-team 3 — Cache Me If You Can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Alpha · Immersive Software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4 June 2026  ·  40 min presentation + 20 min Q&amp;A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Cathal · Damien · Ciallian · Chris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rgbClr val="1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iDaVIE Pain Points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Baseline Metrics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4630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358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VolumeDataSetRenderer: 1,403 lines, 8+ responsibilities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67328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 of 6 CK metrics in breach at Day 2 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05656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17 SOLID/GRASP violations · 46-file dependency cycle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Monolith: VolumeDataSetRenderer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1,403 lines · 8+ responsibilities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19456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60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56032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C#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70048" y="914400"/>
            <a:ext cx="3063240" cy="493776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0048" y="914400"/>
            <a:ext cx="54864" cy="493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95097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texture upload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88920" y="116128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368 MB budget enforcement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61888" y="914400"/>
            <a:ext cx="3063240" cy="493776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1888" y="914400"/>
            <a:ext cx="54864" cy="493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95097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 / material binding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80760" y="116128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shader property IDs per frame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70048" y="1481328"/>
            <a:ext cx="3063240" cy="493776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70048" y="1481328"/>
            <a:ext cx="54864" cy="493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15179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mode switch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88920" y="17282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branches calling EnableKeyword directly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61888" y="1481328"/>
            <a:ext cx="3063240" cy="493776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61888" y="1481328"/>
            <a:ext cx="54864" cy="493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5179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I/O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80760" y="17282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plugin + file path + UI toasts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70048" y="2048256"/>
            <a:ext cx="3063240" cy="493776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70048" y="2048256"/>
            <a:ext cx="54864" cy="493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208483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conversion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88920" y="22951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API inside domain math (DIP violation)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61888" y="2048256"/>
            <a:ext cx="3063240" cy="493776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61888" y="2048256"/>
            <a:ext cx="54864" cy="493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208483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&amp; outline mgmt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80760" y="22951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lookup + outline + paint in one method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70048" y="2615184"/>
            <a:ext cx="3063240" cy="493776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2615184"/>
            <a:ext cx="54864" cy="493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265176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Foveated rendering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88920" y="28620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sample-rate decisions interleaved with material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61888" y="2615184"/>
            <a:ext cx="3063240" cy="493776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61888" y="2615184"/>
            <a:ext cx="54864" cy="493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265176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lifecycle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80760" y="28620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Start/Update/OnDestroy mixed with domain logic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CK Metrics — Day 2 Evidence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· SonarQube · CodeScene · Day 19 May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0" cy="26060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20116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05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BREACH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Methods / Class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2011680" cy="26060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914400"/>
            <a:ext cx="20116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024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96312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542032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42032" y="2505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BREACH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96312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Between Objects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26864" y="914400"/>
            <a:ext cx="2011680" cy="26060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914400"/>
            <a:ext cx="20116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1024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72584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4718304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18304" y="2505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BREACH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72584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For a Class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03136" y="914400"/>
            <a:ext cx="2011680" cy="26060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914400"/>
            <a:ext cx="20116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1024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48856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6894576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94576" y="2505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BREACH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48856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Cohesion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749040"/>
            <a:ext cx="8595360" cy="475488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7490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Ce=17 efferent · Ca=28 afferent · 46-file dependency cycle · Propagation cost 39.8% · Code Health 3.5 / 10  (CodeScene)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4297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= 2  ✓   NOC = 0  ✓   (only 4 of 6 CK metrics in breach)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Three Compounding Problems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743200" cy="3337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2743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2412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SOLID/GRASP Violations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Critical · 8 High · 1 Medium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847088"/>
            <a:ext cx="24871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V-01→V-17 audit: SRP, OCP, ISP, DIP, GRASP Controller, Indirection, Low Coupling, High Cohesion all breached in one class. Full table in design-doc §8.1.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63824" y="914400"/>
            <a:ext cx="2743200" cy="3337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63824" y="914400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2412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5 API Lock-in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touchpoints blocking URP migration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91840" y="1847088"/>
            <a:ext cx="24871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Graphics.DrawProceduralNow · OnRenderObject · global Shader.EnableKeyword · Camera.main · transform.InverseTransformPoint in domain math — all incompatible with Unity 6 SRP.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914400"/>
            <a:ext cx="2743200" cy="3337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914400"/>
            <a:ext cx="2743200" cy="64008"/>
          </a:xfrm>
          <a:prstGeom prst="rect">
            <a:avLst/>
          </a:prstGeom>
          <a:solidFill>
            <a:srgbClr val="1D3D8F"/>
          </a:solidFill>
          <a:ln w="12700">
            <a:solidFill>
              <a:srgbClr val="1D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02412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46-File Dependency Cycle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9632" y="15087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cost: 39.8%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99632" y="1847088"/>
            <a:ext cx="24871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VolumeDataSetRenderer ↔ VolumeDataSet mutual reference. Zero interface boundaries. Any change propagates across 46 files. Architecture violation in CI.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rgbClr val="1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4630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358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Four focused classes via SRP  (DD-03)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67328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IRenderPipeline abstraction — DIP  (DD-01)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05656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IMaskMode Strategy pattern — OCP  (DD-02)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43984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Cross-team interface contracts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DD-03: Four-Class Split (SRP)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VolumeDataSetRenderer → coordinator + 4 domain classes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154680" y="914400"/>
            <a:ext cx="28346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54680" y="914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VolumeRenderCoordinator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54680" y="15270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(pure C# orchestrator — no domain logic)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2011680"/>
            <a:ext cx="2103120" cy="2468880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2011680"/>
            <a:ext cx="21031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0665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VolumeMaterialBinder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2578608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 keywords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property binding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colour-map application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4023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WMC=16  CBO≤11  LCOM=0.05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87168" y="2011680"/>
            <a:ext cx="2103120" cy="2468880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2011680"/>
            <a:ext cx="21031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20665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VolumeTextureManager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78608" y="2578608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texture creation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upload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memory-budget enforcement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78608" y="4023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WMC=15  CBO≤8   LCOM=0.05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73168" y="2011680"/>
            <a:ext cx="2103120" cy="2468880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2011680"/>
            <a:ext cx="21031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0665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VolumeCameraDriver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64608" y="2578608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matrix extraction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planes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conversion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64608" y="4023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WMC=9   CBO≤4   LCOM=0.0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59168" y="2011680"/>
            <a:ext cx="2103120" cy="2468880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59168" y="2011680"/>
            <a:ext cx="21031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20665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FoveatedSamplingPolicy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50608" y="2578608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foveation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rates · LOD bias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HMD-absent fallback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50608" y="4023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WMC=7   CBO=6   LCOM=0.0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1168" y="1828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IVolumeMaterialBinder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487168" y="1828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IVolumeTextureManager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73168" y="1828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IVolumeCameraDriver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059168" y="1828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IFoveatedSamplingPolicy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DD-01: IRenderPipeline Abstraction (DIP)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§4.2(3): domain must NOT depend on UnityEngine/SteamVR types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023360" cy="33375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3840480" cy="2514600"/>
          </a:xfrm>
          <a:prstGeom prst="rect">
            <a:avLst/>
          </a:prstGeom>
          <a:solidFill>
            <a:srgbClr val="1E1E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63040"/>
            <a:ext cx="36210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VolumeDataSetRenderer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+─ Shader.EnableKeyword()    // global!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+─ Graphics.DrawProceduralNow()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+─ Camera.main.projectionMatrix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+─ transform.InverseTransformPoint()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Direct UnityEngine calls in domain math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Untestable without a running scene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Incompatible with URP command buffers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315968" cy="333756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9875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45152" y="1371600"/>
            <a:ext cx="4160520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63040"/>
            <a:ext cx="39410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VolumeMaterialBinder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IRenderPipeline  (injected)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UrpRenderPipeline   // adapter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HdrpRenderPipeline  // adapter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NullRenderPipeline  // test double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Only adapters import UnityEngine.Rendering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Domain never sees URP/HDRP types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Edit-mode tests: no GPU needed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45152" y="373075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§4.2(3) mandatory constraint. 0 architecture violations in projection.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DD-02: IMaskMode Strategy Pattern (OCP)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Open–Closed: new mask mode = new file, zero edits to existing code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0" y="914400"/>
            <a:ext cx="27432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«interface»  IMaskMode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Apply(Material, Texture3D)  |  ShaderKeyword { get; 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2011680"/>
            <a:ext cx="1920240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0665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ApplyMaskMode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2450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WMC=2 · CBO=1 · LCOM=0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6883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_MASK_APPLY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95728" y="2011680"/>
            <a:ext cx="1920240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20665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InverseMaskMode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2450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WMC=2 · CBO=1 · LCOM=0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87168" y="26883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_MASK_INVERSE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35424" y="2011680"/>
            <a:ext cx="1920240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20665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IsolateMaskMode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26864" y="2450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WMC=2 · CBO=1 · LCOM=0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26864" y="26883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_MASK_ISOLATE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75120" y="2011680"/>
            <a:ext cx="1920240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0665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DisabledMaskMode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66560" y="2450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WMC=2 · CBO=1 · LCOM=0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66560" y="26883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(Null Object)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246120"/>
            <a:ext cx="8631936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461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IsoSurfaceMaskMode  (FUT-01: iso-contours requirement)  =  create 1 new file.  Zero edits to any existing class.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" y="3931920"/>
            <a:ext cx="8631936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233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VolumeMaterialBinder — no switch, no branching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IMaskMode _activeMaskMode = new DisabledMaskMode();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Tick(in VolumeRenderState s) { if (s.HasMask) _activeMaskMode.Apply(_material, _maskTex); 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Interface Contracts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Sub-teams 2 · 4 ·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8631936" cy="11155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14400"/>
            <a:ext cx="54864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87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Sub-team 2 (Data I/O)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2984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consume:  IRawVolumeData / RawVolumeData struct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59105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data format contract. VolumeTextureManager depends on this for 3D texture creation. Stub in place.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43800" y="1261872"/>
            <a:ext cx="1261872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126187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in place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2176272"/>
            <a:ext cx="8631936" cy="11155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176272"/>
            <a:ext cx="54864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2494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Sub-team 4 (Interaction)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" y="2560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consume:  IGazeProvider → GazeFocusPoint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" y="285292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FoveatedSamplingPolicy depends on IGazeProvider. We provide camera state back. StubGazeProvider in place.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43800" y="2523744"/>
            <a:ext cx="1261872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252374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in place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3438144"/>
            <a:ext cx="8631936" cy="11155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438144"/>
            <a:ext cx="54864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5112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Sub-team 7 (Persistence)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" y="38221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provide:  ISessionPersistenceService (CaptureState / RestoreState)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" y="411480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our 4 classes implements CaptureState()/RestoreState(). Coordinator assembles VolumeSessionState. Contract designed — Sprint 3.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43800" y="3785616"/>
            <a:ext cx="1261872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378561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rgbClr val="1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Refactoring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4630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358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Example 1:  VolumeDataSetRenderer → four-class split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67328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Example 2:  Mask mode switch → IMaskMode Strategy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05656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Both include: before/after CK tables · SOLID/GRASP mapping · test impact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Before: The Monolith CK Evidence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diagrams/class-before.puml · Understand Day 2 baseline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5120640" cy="329184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  <a:gridCol w="1920240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914400"/>
            <a:ext cx="3310128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87568" y="9875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Evidence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87568" y="1371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Ce=17 efferent · Ca=28 afferent (CBO=45)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687568" y="1691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Zero interface dependencies — all concrete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87568" y="2011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LCOM=0.81: 3 unrelated field clusters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87568" y="2331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_startFunc CC=28 · SaveMask CC=19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687568" y="2651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152 public API members (ISP violation)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87568" y="2971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Graphics.DrawProceduralNow — URP-incompatible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87568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46-file cycle · propagation cost 39.8%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After: Five Focused Classes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CK metrics within brief targets · Day 13 projected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25146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822960"/>
                <a:gridCol w="822960"/>
                <a:gridCol w="822960"/>
                <a:gridCol w="1883664"/>
              </a:tblGrid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VolumeRenderCoordinator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VolumeMaterialBinder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VolumeTextureManager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VolumeCameraDriver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FoveatedSamplingPolicy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3547872"/>
            <a:ext cx="8631936" cy="1353312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3611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VolumeRendererBehaviour  (MonoBehaviour shell ≤ 30 lines — adapter layer only)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11480" y="39319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VolumeRenderCoordinator  ──→  IVolumeMaterialBinder  |  IVolumeTextureManager  |  IVolumeCameraDriver  |  IFoveatedSamplingPolicy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42793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calls FindObjectOfType · new ConcreteClass() · GetComponent — every collaborator injected at construction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CK Delta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class after refactoring vs. VolumeDataSetRenderer baseline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029968" cy="288036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14400"/>
            <a:ext cx="202996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00584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34416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→ 16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" y="1810512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−64%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01752" y="2523744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worst-case class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1752" y="277977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VolumeMaterialBinder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(worst case)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32304" y="914400"/>
            <a:ext cx="2029968" cy="288036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2304" y="914400"/>
            <a:ext cx="202996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78024" y="100584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78024" y="134416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→ ≤11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78024" y="1810512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−76%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478024" y="2523744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worst-case class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78024" y="277977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concrete domain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deps remain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08576" y="914400"/>
            <a:ext cx="2029968" cy="288036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914400"/>
            <a:ext cx="202996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100584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54296" y="134416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→ ≤22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54296" y="1810512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−75%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654296" y="2523744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worst-case class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54296" y="277977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VolumeMaterialBinder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(worst case)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84848" y="914400"/>
            <a:ext cx="2029968" cy="288036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84848" y="914400"/>
            <a:ext cx="202996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0568" y="100584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30568" y="134416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 → 0.05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0568" y="1810512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−94%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830568" y="2523744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worst-case class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30568" y="277977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field cluster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3977640"/>
            <a:ext cx="8631936" cy="475488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9776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46-file dependency cycle BROKEN · 0 architecture violations in projection · LOC ~150–200 per class (was 1,403) · All 6 CK metrics within brief targets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Before: The OCP Violation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mask mode = editing 2 existing files + retesting 1,403 lines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5029200" cy="3337560"/>
          </a:xfrm>
          <a:prstGeom prst="rect">
            <a:avLst/>
          </a:prstGeom>
          <a:solidFill>
            <a:srgbClr val="1E1E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80974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VolumeDataSetRenderer.Update()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lines 1072–1094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(_maskMode)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MaskMode.Enabled: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_material.EnableKeyword("_MASK_APPLY");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_material.DisableKeyword("_MASK_INVERSE");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_material.SetFloat("_MaskAlpha", 1.0f);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MaskMode.Inverted: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_material.EnableKeyword("_MASK_INVERSE");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identical pattern — repeated code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Adding MaskMode.IsoSurface here requires: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Edit enum in VolumeDataSetRenderer.cs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Add case here in MaskMode.cs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3. Risk breaking 2 existing modes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532120" y="914400"/>
            <a:ext cx="3355848" cy="33375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0992" y="9875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V-04 — OCP Violation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50992" y="141732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Edit MaskMode enum in VDSR.cs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50992" y="1892808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new case to MaskMode.cs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50992" y="236829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Risk breaking 2 existing modes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50992" y="284378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Retest entire 1,403-line class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50992" y="33192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No mask-only test entry point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50992" y="3749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 contribution: ≈ 5</a:t>
            </a:r>
            <a:endParaRPr lang="en-US" sz="1050" dirty="0"/>
          </a:p>
          <a:p>
            <a:pPr indent="0" marL="0">
              <a:buNone/>
            </a:pPr>
            <a:r>
              <a:rPr lang="en-US" sz="105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testability in isolation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After: IMaskMode Strategy Pattern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WMC=2 · CBO=1 · LCOM=0 per class · each independently testable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5029200" cy="3337560"/>
          </a:xfrm>
          <a:prstGeom prst="rect">
            <a:avLst/>
          </a:prstGeom>
          <a:solidFill>
            <a:srgbClr val="1E1E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80974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2-member interface (ISP)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IMaskMode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Apply(Material m, Texture3D 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ShaderKeyword { get;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Concrete class — WMC=2, CBO=1, LCOM=0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ApplyMaskMode : IMaskMode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ShaderKeyword =&gt; "_MASK_APPLY";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Apply(Material m, Texture3D 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m.DisableKeyword("_MASK_DISABLED");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m.EnableKeyword(ShaderKeyword);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InverseMaskMode / IsolateMaskMode: identical structure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DisabledMaskMode: Null Object — safe no-op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Consumer: zero branching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_activeMaskMode.Apply(_material, _maskTex);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532120" y="914400"/>
            <a:ext cx="3355848" cy="333756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0992" y="9875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Satisfied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50992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 per class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0" y="1417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→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50992" y="18196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per class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0" y="18196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→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50992" y="2221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 per class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0" y="22219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 → 0.0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50992" y="26243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to add a mode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624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→ 1 (new only)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50992" y="30266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setup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0" y="30266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1,403 lines → 1 class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32120" y="3474720"/>
            <a:ext cx="33558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3493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IsoSurfaceMaskMode  (FUT-01)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new file  ·  0 edits to existing code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SOLID/GRASP Audit — 17 Violations Resolved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V-01→V-17 · 6 Critical / 8 High / 1 Medium · Full table: design-doc §8.1–§8.2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3950208"/>
        </p:xfrm>
        <a:graphic>
          <a:graphicData uri="http://schemas.openxmlformats.org/drawingml/2006/table">
            <a:tbl>
              <a:tblPr/>
              <a:tblGrid>
                <a:gridCol w="1188720"/>
                <a:gridCol w="3657600"/>
                <a:gridCol w="3785616"/>
              </a:tblGrid>
              <a:tr h="56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(violation)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(fix)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V-01–V-03: 8 responsibilities in VDSR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classes + coordinator — each single responsibility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6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V-04: switch on MaskMode enum — new mode = edit VDSR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IMaskMode Strategy: new mode = new file, 0 edits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V-06: 152 public members — all consumers depend on 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narrow interfaces — each ≤ 7 members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6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V-07–V-10: Camera.main · FindObjectOfType · Graphics API in 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injected · IRenderPipeline · VolumeCoordinateService (pure math)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Coupling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V-16: CBO=45 · Ce=17 · 0 interface dependencies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CBO ≤ 11 worst case · every coupling through interface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6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Cohesion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V-17: LCOM=0.81 — 3 unrelated field clusters in one 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LCOM ≤ 0.05 — single field cluster per 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rgbClr val="1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 Migration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4630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358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Edit-mode unit tests — no Unity context, no GPU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67328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7-phase Strangler Fig — each phase independently rollback-able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05656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IRenderPipeline as the Unity 6 containment boundary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Now Testable — Test Impact After Refactoring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doubles: NullRenderPipeline · StubGazeProvider · StubCameraDriver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3950208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602736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 math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live Transform in running scene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VolumeCoordinateService — pure NUnit, Matrix4x4 param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/ keywords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Material asset + 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 NullRenderPipeline — verify calls without 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Texture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Texture3D allocation (GPU)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 StubVolumeDataSource — pure integer arithmetic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Foveated zone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HMD hardware (SteamVR.Init)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 StubGazeProvider — pure float arithmetic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mode behaviour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1,403-line VDSR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ApplyMaskMode() — one class, one Assert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 Migration: 7-Phase Strangler Fig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big-bang rewrite · Each phase: entry/exit conditions + rollback cost defined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133088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4241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97840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IMaskMode seam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25272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replaces switch — 0 VDSR changes needed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664208"/>
            <a:ext cx="4133088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79222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172821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FoveatedSamplingPolicy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200253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gaze/foveation logic; inject IGazeProvider stub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414016"/>
            <a:ext cx="4133088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4203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47802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VolumeMaterialBinder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275234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shader binding; inject IRenderPipeline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163824"/>
            <a:ext cx="4133088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29184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22783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VolumeCameraDriver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350215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camera math; introduce VolumeCoordinateService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18304" y="914400"/>
            <a:ext cx="4133088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82312" y="104241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66944" y="97840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VolumeTextureManager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66944" y="125272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texture/upload; inject RawVolumeData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18304" y="1664208"/>
            <a:ext cx="4133088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82312" y="179222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66944" y="172821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handoff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66944" y="200253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mode: coordinator + VDSR run in parallel for validation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18304" y="2414016"/>
            <a:ext cx="4133088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82312" y="254203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66944" y="247802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URP adapter swap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66944" y="275234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UrpRenderPipeline replaces NullRenderPipeline in comp root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4005072"/>
            <a:ext cx="8631936" cy="411480"/>
          </a:xfrm>
          <a:prstGeom prst="rect">
            <a:avLst/>
          </a:prstGeom>
          <a:solidFill>
            <a:srgbClr val="EE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005072"/>
            <a:ext cx="8375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gate at every boundary: 90 fps floor · CI blocks merge on CK threshold breach · shadow-mode validation before VDSR retirement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rgbClr val="1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Risks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4630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358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Virtual dispatch on hot path — measured mitigation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67328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Coordinator WMC gate — CI-enforced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05656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Interface versioning — contract test suite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— Top 4 Risks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register: design-doc §10 — 8 risks R-01→R-08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8631936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14400"/>
            <a:ext cx="54864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61288"/>
            <a:ext cx="50292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612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7552" y="978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dispatch overhead on hot path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316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0" y="10058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IMaskMode + IRenderPipeline called once per frame. IL2CPP de-virtualises sealed classes. CI 90 fps gate on target hardware.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847088"/>
            <a:ext cx="8631936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847088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093976"/>
            <a:ext cx="50292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0939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87552" y="19110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VolumeRenderCoordinator becomes a God Class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22494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19385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WMC ≤ 10 gate in CI. CC &gt; 2 per method = SonarQube failure. Current WMC = 12; RequireArg&lt;T&gt; refactor reduces to 8.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2779776"/>
            <a:ext cx="8631936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779776"/>
            <a:ext cx="54864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026664"/>
            <a:ext cx="50292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0266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7552" y="2843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versioning / semantic drift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3182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28712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[InterfaceVersion] attribute + reflection guard. Contract test suite: any implementation breaking signature fails CI.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712464"/>
            <a:ext cx="8631936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712464"/>
            <a:ext cx="54864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959352"/>
            <a:ext cx="502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9593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7552" y="37764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IGazeProvider / RawVolumeData not confirmed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4114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38039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Stubs in place. Coordinator tests pass today with NullRenderPipeline / StubGazeProvider. Not on critical path.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rgbClr val="1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4630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358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 — Sub-team 3 Deliverables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§9.2 + §6.3 deliverables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315968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14400"/>
            <a:ext cx="32918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1440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9692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requirements.md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12161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(90 fps, 4 GB, 368 MB) + future reqs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1572768"/>
            <a:ext cx="4315968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572768"/>
            <a:ext cx="32918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6276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design-document.md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18745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sections: problem, architecture, patterns, SOLID audit, migration, risks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2231136"/>
            <a:ext cx="4315968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231136"/>
            <a:ext cx="32918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3113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22860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VDSR split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2532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before/after · CK delta · SOLID/GRASP · test impact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889504"/>
            <a:ext cx="4315968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889504"/>
            <a:ext cx="32918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889504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29443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Mask Strategy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31912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proof · FUT-01 extension demo · per-class CK metrics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3547872"/>
            <a:ext cx="4315968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547872"/>
            <a:ext cx="32918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547872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36027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rendering-layer-design.md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" y="38496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APIs · dependency graph · SRP migration notes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28032" y="914400"/>
            <a:ext cx="4315968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914400"/>
            <a:ext cx="32918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91440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30368" y="9692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shader-asset-policy.md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30368" y="12161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· variant stripping · Unity 6 versioning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28032" y="1572768"/>
            <a:ext cx="4315968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1572768"/>
            <a:ext cx="32918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1572768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30368" y="16276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metrics-worksheet.md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30368" y="18745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baseline + Day 13 projections with justification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28032" y="2231136"/>
            <a:ext cx="4315968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28032" y="2231136"/>
            <a:ext cx="32918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23113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30368" y="22860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PlantUML diagrams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30368" y="2532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class-before · class-after · sequence-render-frame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28032" y="2889504"/>
            <a:ext cx="4315968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28032" y="2889504"/>
            <a:ext cx="329184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2889504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30368" y="29443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test-strategy.md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230368" y="31912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play-mode + edit-mode tests · golden-image regression · CI gates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That Matter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projections · All traced to worked refactoring example code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4023360" cy="4069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VolumeDataSetRenderer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 = 44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2084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= 45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" y="25968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= 89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 = 0.81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" y="36210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= 46 files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06240" y="24688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4828032" y="822960"/>
            <a:ext cx="4059936" cy="406908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896112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9472" y="1243584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across new domain classes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19472" y="1572768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 = 16  (−64%)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9472" y="2084832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= ≤ 11  (−76%)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19472" y="2596896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= ≤ 22  (−75%)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19472" y="3108960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 = 0.05  (−94%)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19472" y="3621024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= 0  (broken)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Me If You Can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40080" y="2633472"/>
            <a:ext cx="21031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6148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Sub-team 3  ·  Team Alpha  ·  Immersive Software Engineering  ·  Thu 4 June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12724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Cathal  ·  Damien  ·  Ciallian  ·  Chris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7863840" cy="1170432"/>
          </a:xfrm>
          <a:prstGeom prst="rect">
            <a:avLst/>
          </a:prstGeom>
          <a:solidFill>
            <a:srgbClr val="0F1E5C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82219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docs/design-document.md  —  10 sections, full SOLID/GRASP audit (§8.1–§8.2)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407822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docs/metrics-worksheet.md  —  Day 2 baseline + Day 13 projections with justification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43342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refactoring-examples/team3/  —  fully annotated before/after code + CK annotations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4672" y="459028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diagrams/  —  4× PlantUML source-controlled diagrams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Rendering Engine Refactoring — Cache Me If You Can</dc:title>
  <dc:subject>PptxGenJS Presentation</dc:subject>
  <dc:creator>Sub-team 3 | Team Alpha</dc:creator>
  <cp:lastModifiedBy>Sub-team 3 | Team Alpha</cp:lastModifiedBy>
  <cp:revision>1</cp:revision>
  <dcterms:created xsi:type="dcterms:W3CDTF">2026-05-28T15:17:21Z</dcterms:created>
  <dcterms:modified xsi:type="dcterms:W3CDTF">2026-05-28T15:17:21Z</dcterms:modified>
</cp:coreProperties>
</file>